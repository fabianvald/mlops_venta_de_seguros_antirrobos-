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94" r:id="rId2"/>
  </p:sldIdLst>
  <p:sldSz cx="18288000" cy="10287000"/>
  <p:notesSz cx="18288000" cy="10287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554"/>
    <a:srgbClr val="00B4FA"/>
    <a:srgbClr val="020A46"/>
    <a:srgbClr val="01B4F9"/>
    <a:srgbClr val="00B4F9"/>
    <a:srgbClr val="011654"/>
    <a:srgbClr val="000A5F"/>
    <a:srgbClr val="000C65"/>
    <a:srgbClr val="000443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/>
    <p:restoredTop sz="94671"/>
  </p:normalViewPr>
  <p:slideViewPr>
    <p:cSldViewPr>
      <p:cViewPr varScale="1">
        <p:scale>
          <a:sx n="46" d="100"/>
          <a:sy n="46" d="100"/>
        </p:scale>
        <p:origin x="1122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49" d="100"/>
          <a:sy n="49" d="100"/>
        </p:scale>
        <p:origin x="972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anfranco Palomino" userId="64dcffbf-3ea5-4d29-abfb-066722ffda38" providerId="ADAL" clId="{023B0B44-28F8-4C74-9DA1-A2E9D50FE9A4}"/>
    <pc:docChg chg="custSel modSld">
      <pc:chgData name="Geanfranco Palomino" userId="64dcffbf-3ea5-4d29-abfb-066722ffda38" providerId="ADAL" clId="{023B0B44-28F8-4C74-9DA1-A2E9D50FE9A4}" dt="2021-08-18T01:28:14.099" v="4" actId="207"/>
      <pc:docMkLst>
        <pc:docMk/>
      </pc:docMkLst>
      <pc:sldChg chg="delSp modSp mod">
        <pc:chgData name="Geanfranco Palomino" userId="64dcffbf-3ea5-4d29-abfb-066722ffda38" providerId="ADAL" clId="{023B0B44-28F8-4C74-9DA1-A2E9D50FE9A4}" dt="2021-08-18T01:28:14.099" v="4" actId="207"/>
        <pc:sldMkLst>
          <pc:docMk/>
          <pc:sldMk cId="4216120555" sldId="294"/>
        </pc:sldMkLst>
        <pc:spChg chg="del">
          <ac:chgData name="Geanfranco Palomino" userId="64dcffbf-3ea5-4d29-abfb-066722ffda38" providerId="ADAL" clId="{023B0B44-28F8-4C74-9DA1-A2E9D50FE9A4}" dt="2021-08-18T01:28:06.488" v="2" actId="478"/>
          <ac:spMkLst>
            <pc:docMk/>
            <pc:sldMk cId="4216120555" sldId="294"/>
            <ac:spMk id="7" creationId="{00000000-0000-0000-0000-000000000000}"/>
          </ac:spMkLst>
        </pc:spChg>
        <pc:spChg chg="mod">
          <ac:chgData name="Geanfranco Palomino" userId="64dcffbf-3ea5-4d29-abfb-066722ffda38" providerId="ADAL" clId="{023B0B44-28F8-4C74-9DA1-A2E9D50FE9A4}" dt="2021-08-18T01:28:11.712" v="3" actId="207"/>
          <ac:spMkLst>
            <pc:docMk/>
            <pc:sldMk cId="4216120555" sldId="294"/>
            <ac:spMk id="11" creationId="{F72E37F9-C653-46E7-B31F-645D4500B17F}"/>
          </ac:spMkLst>
        </pc:spChg>
        <pc:spChg chg="mod">
          <ac:chgData name="Geanfranco Palomino" userId="64dcffbf-3ea5-4d29-abfb-066722ffda38" providerId="ADAL" clId="{023B0B44-28F8-4C74-9DA1-A2E9D50FE9A4}" dt="2021-08-18T01:28:14.099" v="4" actId="207"/>
          <ac:spMkLst>
            <pc:docMk/>
            <pc:sldMk cId="4216120555" sldId="294"/>
            <ac:spMk id="12" creationId="{4189BE23-8582-4B66-9F19-F34131389270}"/>
          </ac:spMkLst>
        </pc:spChg>
        <pc:grpChg chg="del">
          <ac:chgData name="Geanfranco Palomino" userId="64dcffbf-3ea5-4d29-abfb-066722ffda38" providerId="ADAL" clId="{023B0B44-28F8-4C74-9DA1-A2E9D50FE9A4}" dt="2021-08-18T01:28:01.228" v="0" actId="478"/>
          <ac:grpSpMkLst>
            <pc:docMk/>
            <pc:sldMk cId="4216120555" sldId="294"/>
            <ac:grpSpMk id="8" creationId="{00000000-0000-0000-0000-000000000000}"/>
          </ac:grpSpMkLst>
        </pc:grpChg>
        <pc:picChg chg="del">
          <ac:chgData name="Geanfranco Palomino" userId="64dcffbf-3ea5-4d29-abfb-066722ffda38" providerId="ADAL" clId="{023B0B44-28F8-4C74-9DA1-A2E9D50FE9A4}" dt="2021-08-18T01:28:04.527" v="1" actId="478"/>
          <ac:picMkLst>
            <pc:docMk/>
            <pc:sldMk cId="4216120555" sldId="294"/>
            <ac:picMk id="14" creationId="{AE63D87D-F80D-844B-9BB0-53455820513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A91538-70D1-412A-87B3-2E160A69F6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8D571-C910-493B-A360-F87D7246DE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43443-6B69-4F79-89C8-BCDF650F0AB5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E0C80-C3F8-4500-90E2-85A4EE079F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C34B5-2018-4FA0-9290-CD74A238F9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DBF14-D2B8-43C4-B49A-05E3AC8558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11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CB12F-A9A3-42A9-B0EE-9C224DB8DA11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F9B48-DD8D-411A-A2E6-8C5CF38845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1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22" y="1015999"/>
            <a:ext cx="16255955" cy="459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15635" y="5691845"/>
            <a:ext cx="16256728" cy="1282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FAFD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AF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5981" y="1020760"/>
            <a:ext cx="16256037" cy="2263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>
            <a:extLst>
              <a:ext uri="{FF2B5EF4-FFF2-40B4-BE49-F238E27FC236}">
                <a16:creationId xmlns:a16="http://schemas.microsoft.com/office/drawing/2014/main" id="{F70677FB-AA8C-4265-B7C6-B75C702C5E39}"/>
              </a:ext>
            </a:extLst>
          </p:cNvPr>
          <p:cNvSpPr txBox="1">
            <a:spLocks/>
          </p:cNvSpPr>
          <p:nvPr/>
        </p:nvSpPr>
        <p:spPr>
          <a:xfrm>
            <a:off x="2206658" y="1437640"/>
            <a:ext cx="10366342" cy="46455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25"/>
              </a:spcBef>
            </a:pP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6000" kern="0" dirty="0">
              <a:solidFill>
                <a:srgbClr val="011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6000" kern="0" dirty="0">
              <a:solidFill>
                <a:srgbClr val="011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72E37F9-C653-46E7-B31F-645D4500B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498280"/>
            <a:ext cx="14313178" cy="939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Venta de seguros antirrobos 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4189BE23-8582-4B66-9F19-F34131389270}"/>
              </a:ext>
            </a:extLst>
          </p:cNvPr>
          <p:cNvSpPr txBox="1">
            <a:spLocks/>
          </p:cNvSpPr>
          <p:nvPr/>
        </p:nvSpPr>
        <p:spPr>
          <a:xfrm>
            <a:off x="533400" y="1846984"/>
            <a:ext cx="14313178" cy="451213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la financiera se ha acordado ofrecer un seguro a de protección después de sufrir un robo, esto contempla cubrir algunos gastos como devoluciones económicas de tipo:</a:t>
            </a:r>
          </a:p>
          <a:p>
            <a:pPr marL="12700">
              <a:spcBef>
                <a:spcPts val="125"/>
              </a:spcBef>
            </a:pPr>
            <a:endParaRPr lang="es-ES" sz="3200" b="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Pérdidas de billetera S/.50, celulares S/.350 y laptop S/. 680</a:t>
            </a:r>
          </a:p>
          <a:p>
            <a:pPr marL="12700">
              <a:spcBef>
                <a:spcPts val="125"/>
              </a:spcBef>
            </a:pPr>
            <a:endParaRPr lang="es-ES" sz="3200" b="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endParaRPr lang="es-ES" sz="3200" b="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Información del cliente en la financiera y características de su tarjeta de </a:t>
            </a:r>
          </a:p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crédito actual.</a:t>
            </a:r>
          </a:p>
        </p:txBody>
      </p:sp>
    </p:spTree>
    <p:extLst>
      <p:ext uri="{BB962C8B-B14F-4D97-AF65-F5344CB8AC3E}">
        <p14:creationId xmlns:p14="http://schemas.microsoft.com/office/powerpoint/2010/main" val="4216120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67</Words>
  <Application>Microsoft Office PowerPoint</Application>
  <PresentationFormat>Personalizado</PresentationFormat>
  <Paragraphs>10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Venta de seguros antirrobos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  USER-FRIENDLY  MOBILE APP</dc:title>
  <dc:creator>PC</dc:creator>
  <cp:lastModifiedBy>Geanfranco Palomino</cp:lastModifiedBy>
  <cp:revision>29</cp:revision>
  <dcterms:created xsi:type="dcterms:W3CDTF">2020-02-10T17:45:12Z</dcterms:created>
  <dcterms:modified xsi:type="dcterms:W3CDTF">2021-08-18T01:28:15Z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2020-02-10T00:00:00Z</vt:filetime>
  </property>
</Properties>
</file>